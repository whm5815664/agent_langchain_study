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Skills 技能库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技能库概览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SKILL-CREATOR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XLSX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
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LangChain 使用方法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3931920" cy="100584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36576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安装与导入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langchain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langchain import 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31920" cy="100584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645920"/>
            <a:ext cx="3931920" cy="36576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核心组件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Models: LLM、ChatModel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585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Prompts: 模板管理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597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Chains: 组合工作流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00584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26080"/>
            <a:ext cx="3931920" cy="36576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99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构建 Chain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= prompt | model | parser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538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chain.invoke(input)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931920" cy="100584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926080"/>
            <a:ext cx="3931920" cy="36576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99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高级功能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Memory: 对话记忆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38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Agents: 自主决策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7398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RAG: 检索增强生成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8229600" cy="1371600"/>
          </a:xfrm>
          <a:prstGeom prst="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快速示例: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937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langchain.prompts import ChatPromptTemplate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langchain.chat_models import ChatOpenAI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ChatPromptTemplate.from_template("解释{topic}")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ChatOpenAI(model="gpt-4")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= prompt | model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chain.invoke({"topic": "量子计算"})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2026-07-22T00:58:05Z</dcterms:created>
  <dcterms:modified xsi:type="dcterms:W3CDTF">2026-07-22T00:58:05Z</dcterms:modified>
</cp:coreProperties>
</file>